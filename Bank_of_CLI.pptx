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77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Bank of CLI: a fully functional banking application that runs entirely in the terminal. Built in Java with a Postgres database, following a strict layered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is a core ledger. Everything is persistent — stored in Postgres so data survives the program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app follows a strict three-layer architecture. API talks only to Service, Service talks only to Repository, Repository is the only layer that touches the database. This separation is why I could swap a text-file store for Postgres without changing the upper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entity-relationship diagram for the database. Three entities: bank_user, account, and transaction. A user has many accounts (one-to-many). Each transaction references a source account and a destination account, which is how deposits, withdrawals, and transfers are all recorded in one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Registration creates the user and their first checking account together. Login verifies the PIN. Security note: PINs are hashed with BCrypt, so the database stores a scrambled hash, never the real PIN.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 is read live from the database every time, not cached from login — so it is always accurate, even right after a deposit or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Deposit adds funds; withdraw removes them. The key rule is overdraft protection — you cannot withdraw more than your balance. It is enforced in the service AND by a database CHECK constraint, so a bug in one still cannot produce a negative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 moves money between accounts. The critical property is atomicity: the debit from one account and credit to the other happen as a single database transaction. If any part fails, it all rolls back. I verified this by injecting a failure mid-transfer and confirming the balance was untouched — no money vanished.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History reads the transaction table and shows every operation for the account, newest first, with timestamps. It reads like a real bank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Logging uses SLF4J with Logback, writing to a file. INFO records successes like logins and deposits; ERROR records failures. When the database fails, the technical detail goes to the log while the user sees only a polite "service unavailable" message — never a stack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uses JUnit 5 with fake DAOs, so the service logic is tested in isolation with no database. The positive test proves a valid withdrawal works; the negative test proves an overdraft is rejected and the balance is not changed. Both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stack: Java 17, Postgres in Docker, Maven, JUnit 5, BCrypt for security, and SLF4J/Logback for logging. Source is on GitHub. Thank you — happy to take questions or give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8778240" y="1097280"/>
            <a:ext cx="29260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3716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" y="1633118"/>
            <a:ext cx="482803" cy="48280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of CLI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86868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 banking application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86868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Postgres  ·  Maven  ·  Layered Architecture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Sayles Jr.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7168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"Core Ledger" banking system operated entirely from the command line. Users register, log in, and manage money — every action backed by a persistent SQL database.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6675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register &amp; login (Account ID + PIN)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Deposit, withdraw, and transfer funds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checks and transaction history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logging to a file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680960" y="1554480"/>
            <a:ext cx="3931920" cy="402336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275320" y="19659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20370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6384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7955280" y="36118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balance and transaction survives restarts — stored in Postgres, not memory.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7168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1188720" y="1691640"/>
            <a:ext cx="731520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63040" y="1947672"/>
            <a:ext cx="713232" cy="713232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80" y="2133112"/>
            <a:ext cx="342351" cy="34235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468880" y="18745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2468880" y="235000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I/O, menus, routing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2898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88720" y="3264408"/>
            <a:ext cx="731520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463040" y="3520440"/>
            <a:ext cx="713232" cy="713232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8480" y="37058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468880" y="34472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Layer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2468880" y="392277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rules &amp; decisions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44714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1188720" y="4837176"/>
            <a:ext cx="731520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1463040" y="5093208"/>
            <a:ext cx="713232" cy="713232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8480" y="5278648"/>
            <a:ext cx="342351" cy="34235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2468880" y="50200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Layer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2468880" y="549554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/ JDBC database access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869680" y="1691640"/>
            <a:ext cx="2743200" cy="404164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 txBox="1"/>
          <p:nvPr/>
        </p:nvSpPr>
        <p:spPr>
          <a:xfrm>
            <a:off x="905256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concerns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9052560" y="260604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talks only to the one below it. The API never touches SQL; the database never sees the terminal.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7168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tables model the system: users, their accounts, and a transaction ledger. Foreign keys tie each account to its owner and each transaction to its accounts.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1AF655-2C23-8596-2D4A-CE6916E92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852" y="2194560"/>
            <a:ext cx="5109967" cy="44950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7168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&amp; Login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creates a user and their first account in one step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Account ID + PIN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object tracks who is logged in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Logged-out users can only reach login / register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406640" y="169164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72400" y="201168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8257" y="2237537"/>
            <a:ext cx="416966" cy="4169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32520" y="2148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PINs are hashed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30632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are stored with BCrypt hashing — never in plain text. Even a database breach exposes no PINs.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0" y="4709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$2a$10$5azr9MueMYiSX98JnX9nZe...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7168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Balance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always read live from the database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tells us which account; the database gives its current value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displayed balance is never stale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498080" y="169164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49808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balance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7432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$50.00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to the cent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7168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Deposit &amp; Withdraw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2213762"/>
            <a:ext cx="373075" cy="37307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2103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Deposit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30175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funds to the account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zero or negative amounts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 audit entry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17920" y="173736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537960" y="20116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042" y="2213762"/>
            <a:ext cx="373075" cy="3730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52360" y="2103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Withdraw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30175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funds from the account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overdrawing — blocks any withdrawal beyond the balance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twice: service rule + DB constraint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7168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Funds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6126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money between two accounts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positive amount, different accounts, sufficient funds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is always the logged-in account (you move your own money)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949440" y="1691640"/>
            <a:ext cx="4663440" cy="3931920"/>
          </a:xfrm>
          <a:prstGeom prst="roundRect">
            <a:avLst>
              <a:gd name="adj" fmla="val 279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269480" y="201168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450" y="2225650"/>
            <a:ext cx="395021" cy="39502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18388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— all or nothing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269480" y="30175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debit and credit happen in one database transaction. If either fails, the whole thing rolls back — money can never vanish.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269480" y="4800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a forced-failure rollback test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7168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History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deposit, withdrawal, and transfer is recorded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newest-first, with a timestamp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have no source; withdrawals have no destination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675120" y="1691640"/>
            <a:ext cx="4937760" cy="39319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94944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activity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51460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2026-09-24  TRANSFER  $5.00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2026-09-24  TRANSFER  $10.00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2026-09-23  WITHDRAW  $25.00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2026-09-23  DEPOSIT   $50.00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7168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5760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SLF4J + Logback writing to a log file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for successful actions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for failures and security events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 logged; user sees only a friendly message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83680" y="1691640"/>
            <a:ext cx="5029200" cy="3931920"/>
          </a:xfrm>
          <a:prstGeom prst="roundRect">
            <a:avLst>
              <a:gd name="adj" fmla="val 2791"/>
            </a:avLst>
          </a:prstGeom>
          <a:solidFill>
            <a:srgbClr val="1115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858000" y="210312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7FD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 User successfully logged in: account 1</a:t>
            </a:r>
            <a:endParaRPr lang="en-US" sz="12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7FD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 Deposit of 50 to account 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0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[ERROR] Deposit rejected - amount must be positive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7168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tests validate the withdraw logic — the spec's own example — with both a passing and a failing case.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65176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2926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3116275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29992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test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8862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withdrawal succeeds and updates the balance correctly.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17920" y="265176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537960" y="292608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155" y="311627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06640" y="29992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test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537960" y="38862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Withdrawing more than the balance is rejected gracefully — and the balance is left untouched.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475" y="24761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2212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17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language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26280" y="182880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00600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795" y="247619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2212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(Docker)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0" y="182880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503920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115" y="247619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372600" y="2212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Maven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9372600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dependencies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22960" y="370332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1097280" y="4160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7475" y="435071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965960" y="4087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5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965960" y="4544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26280" y="370332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800600" y="4160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0795" y="4350715"/>
            <a:ext cx="351130" cy="35113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669280" y="4087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5669280" y="4544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hashing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229600" y="370332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8503920" y="4160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4115" y="4350715"/>
            <a:ext cx="351130" cy="35113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372600" y="4087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SLF4J + Logback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9372600" y="4544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github.com/ksaylesjr/Bank_of_CLI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1097</Words>
  <Application>Microsoft Macintosh PowerPoint</Application>
  <PresentationFormat>Widescreen</PresentationFormat>
  <Paragraphs>117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2</cp:revision>
  <dcterms:created xsi:type="dcterms:W3CDTF">2026-09-24T18:43:45Z</dcterms:created>
  <dcterms:modified xsi:type="dcterms:W3CDTF">2026-09-24T18:49:28Z</dcterms:modified>
</cp:coreProperties>
</file>